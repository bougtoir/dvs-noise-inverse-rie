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/>
            </a:pPr>
            <a:r>
              <a:t>Noise removal for dynamic vision sensors: a physics-informed stochastic resonance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/>
            </a:pPr>
            <a:r>
              <a:t>IEEE Sensors Journal submission figures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1</a:t>
            </a:r>
          </a:p>
        </p:txBody>
      </p:sp>
      <p:pic>
        <p:nvPicPr>
          <p:cNvPr id="3" name="Picture 2" descr="fig1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79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54227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Conceptual schematic of covariate-adjusted stochastic resonance. (a) Threshold detector; (b) SR effect; (c) covariate adjustment narrows residual noise and shifts the operating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2</a:t>
            </a:r>
          </a:p>
        </p:txBody>
      </p:sp>
      <p:pic>
        <p:nvPicPr>
          <p:cNvPr id="3" name="Picture 2" descr="fig2_optimal_r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883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3751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Optimal noise model accuracy ρ*. (a) ρ* vs. input noise; yellow: SR regime, blue: excess-noise regime. (b) Peak SNR gain vs. σ/θ.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3</a:t>
            </a:r>
          </a:p>
        </p:txBody>
      </p:sp>
      <p:pic>
        <p:nvPicPr>
          <p:cNvPr id="3" name="Picture 2" descr="fi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00" y="822960"/>
            <a:ext cx="66976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PI-DC-DVS pipeline: (1) A5 noise model + auxiliary channels; (2) Bayesian inverse solution; (3) probabilistic thinning; (4) template-free detection; (5) physical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4</a:t>
            </a:r>
          </a:p>
        </p:txBody>
      </p:sp>
      <p:pic>
        <p:nvPicPr>
          <p:cNvPr id="3" name="Picture 2" descr="fig4_s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07" y="822960"/>
            <a:ext cx="10850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Stochastic resonance curves (A/θ = 0.3). Solid lines: analytical; squares: Monte Carlo. Covariate adjustment shifts the peak rightward.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5</a:t>
            </a:r>
          </a:p>
        </p:txBody>
      </p:sp>
      <p:pic>
        <p:nvPicPr>
          <p:cNvPr id="3" name="Picture 2" descr="fig5_detection_an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59" y="822960"/>
            <a:ext cx="559397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Detection and classification performance (A/θ = 0.4). (a) P_D; (b) P_FA; (c) ROC curves at σ_n/θ = 1.5.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6</a:t>
            </a:r>
          </a:p>
        </p:txBody>
      </p:sp>
      <p:pic>
        <p:nvPicPr>
          <p:cNvPr id="3" name="Picture 2" descr="fig7_evaluation_and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50" y="822960"/>
            <a:ext cx="41663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Experimental evaluation on EBSSA. (a) NRR, (b) SPR, (c) F1, (d) ROC-AUC, (e) AUC comparison, (f) NRR vs. SPR trade-off.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Figure 7</a:t>
            </a:r>
          </a:p>
        </p:txBody>
      </p:sp>
      <p:pic>
        <p:nvPicPr>
          <p:cNvPr id="3" name="Picture 2" descr="fig8_proof_of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040" y="822960"/>
            <a:ext cx="478561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Proof-of-concept on EBSSA Recording #0. (a) Raw events; (b) noise rate map; (c) per-event noise probability; (d) residual events; (e) Fano factor map; (f) temporal rate; (g) per-pixel S/N.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/>
            </a:pPr>
            <a:r>
              <a:t>Supplementary Figure S1</a:t>
            </a:r>
          </a:p>
        </p:txBody>
      </p:sp>
      <p:pic>
        <p:nvPicPr>
          <p:cNvPr id="3" name="Picture 2" descr="fig6_a5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9783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38453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/>
            </a:pPr>
            <a:r>
              <a:t>A5-based noise rate simulation. (a) Predicted noise rate [evt/s/pix]; (b) SNR improvement factor at 90% model accuracy; (c) SNR vs. temperature at fixed illuminance.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